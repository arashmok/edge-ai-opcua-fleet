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Robotics Architecture: OPC UA Backbone on k3s (Raspberry Pi + DGX Spark)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arm driven by a Raspberry Pi, exposed on the OPC UA backbone, with AI on the DGX Spark, all orchestrated by k3s.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651760" cy="640080"/>
          </a:xfrm>
          <a:prstGeom prst="roundRect">
            <a:avLst>
              <a:gd name="adj" fmla="val 7143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0984" y="1051560"/>
            <a:ext cx="2651760" cy="640080"/>
          </a:xfrm>
          <a:prstGeom prst="roundRect">
            <a:avLst>
              <a:gd name="adj" fmla="val 7143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and apps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36208" y="1051560"/>
            <a:ext cx="2651760" cy="640080"/>
          </a:xfrm>
          <a:prstGeom prst="roundRect">
            <a:avLst>
              <a:gd name="adj" fmla="val 7143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dashboards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71432" y="1051560"/>
            <a:ext cx="2651760" cy="640080"/>
          </a:xfrm>
          <a:prstGeom prst="roundRect">
            <a:avLst>
              <a:gd name="adj" fmla="val 7143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UaExpert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1709928"/>
            <a:ext cx="0" cy="2377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26864" y="1709928"/>
            <a:ext cx="0" cy="2377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62088" y="1709928"/>
            <a:ext cx="0" cy="2377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97312" y="1709928"/>
            <a:ext cx="0" cy="2377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11457432" cy="502920"/>
          </a:xfrm>
          <a:prstGeom prst="roundRect">
            <a:avLst>
              <a:gd name="adj" fmla="val 9091"/>
            </a:avLst>
          </a:prstGeom>
          <a:solidFill>
            <a:srgbClr val="4472C4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backbone via OPC UA       opc.tcp  port 4840       certificate security (Basic256Sha256)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2487168"/>
            <a:ext cx="0" cy="493776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2487168"/>
            <a:ext cx="0" cy="493776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11457432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2724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k3s cluster (one control plane, workloads pinned by node label)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DEEBF7"/>
          </a:solidFill>
          <a:ln w="15875">
            <a:solidFill>
              <a:srgbClr val="2F5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44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 Spark   |   k3s server   (role=edge)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4747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subscribes joint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4747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GPU, TensorRT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/ OPC UA bridge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to node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2976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results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 AI output (optional)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5352" y="30175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2EFDA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044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  |   k3s agent   (role=arm)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34747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arm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asyncua, port 4840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79992" y="34747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ServoDriver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pigpio, DMA PWM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28232" y="42976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Safe-stop watchdog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network-independent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79992" y="42976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control node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commands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4114800"/>
            <a:ext cx="21031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42832" y="5138928"/>
            <a:ext cx="0" cy="28346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45352" y="544068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5468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arm (OPC UA field device)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28232" y="59436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pins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BCM 13,12,18,19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65592" y="59436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5V PSU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ground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2952" y="59436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SG90 servos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pitch, reach, gripper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4406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4681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and notes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5760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state flows up as setpoints; SG90 is open-loop (no encoder feedback)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commands flow down via the bridge and the arm server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Safe-stop runs locally on the Pi, independent of the network and Spark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LAN, with an optional OT VLAN for segmentation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2026-07-18T09:51:47Z</dcterms:created>
  <dcterms:modified xsi:type="dcterms:W3CDTF">2026-07-18T09:51:47Z</dcterms:modified>
</cp:coreProperties>
</file>